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Sustainable Future Through Skills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70448" y="3520440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6" name="Text 4"/>
          <p:cNvSpPr/>
          <p:nvPr/>
        </p:nvSpPr>
        <p:spPr>
          <a:xfrm>
            <a:off x="2889504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 Parmar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9504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240840131089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89504" y="5120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9504" y="5532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RNGPIT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Green Skilling?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 means learning the knowledge, values and abilities needed to live, work and do business in an environmentally sustainable way. It prepares people to support eco-friendly practices across industries such as energy, agriculture, construction and technology.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0" y="1371600"/>
            <a:ext cx="4297680" cy="4023360"/>
          </a:xfrm>
          <a:prstGeom prst="roundRect">
            <a:avLst>
              <a:gd name="adj" fmla="val 2273"/>
            </a:avLst>
          </a:prstGeom>
          <a:solidFill>
            <a:srgbClr val="E6EFE2"/>
          </a:solidFill>
          <a:ln/>
        </p:spPr>
      </p:sp>
      <p:sp>
        <p:nvSpPr>
          <p:cNvPr id="5" name="Text 3"/>
          <p:cNvSpPr/>
          <p:nvPr/>
        </p:nvSpPr>
        <p:spPr>
          <a:xfrm>
            <a:off x="76352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2240280"/>
            <a:ext cx="146304" cy="146304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7" name="Text 5"/>
          <p:cNvSpPr/>
          <p:nvPr/>
        </p:nvSpPr>
        <p:spPr>
          <a:xfrm>
            <a:off x="7882128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environmental issues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2926080"/>
            <a:ext cx="146304" cy="146304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9" name="Text 7"/>
          <p:cNvSpPr/>
          <p:nvPr/>
        </p:nvSpPr>
        <p:spPr>
          <a:xfrm>
            <a:off x="7882128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renewable energy &amp; clean tech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3611880"/>
            <a:ext cx="146304" cy="146304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that reduce waste &amp; pollution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4297680"/>
            <a:ext cx="146304" cy="146304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82128" y="4160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youth for green jobs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means meeting the needs of the present without compromising the ability of future generations to meet their own needs. It rests on three connected pillars: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606040"/>
            <a:ext cx="640080" cy="64008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natural resources, air, water &amp; biodiversity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22860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765292" y="2606040"/>
            <a:ext cx="640080" cy="64008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0" name="Text 8"/>
          <p:cNvSpPr/>
          <p:nvPr/>
        </p:nvSpPr>
        <p:spPr>
          <a:xfrm>
            <a:off x="4325112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39319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equity, health and quality of life for people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22860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541764" y="2606040"/>
            <a:ext cx="640080" cy="64008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584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39319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growth without depleting resources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 Activities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6EFE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27048"/>
            <a:ext cx="4297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plantation &amp; campus greening drives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6EFE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527048"/>
            <a:ext cx="4297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segregation &amp; recycling awareness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6EFE2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944368"/>
            <a:ext cx="4297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audits and use of solar/renewable devices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834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6EFE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3200400"/>
            <a:ext cx="457200" cy="45720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944368"/>
            <a:ext cx="4297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on eco-friendly practices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6EFE2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361688"/>
            <a:ext cx="4297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 and rainwater harvesting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4251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6EFE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361688"/>
            <a:ext cx="4297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e-waste responsible disposal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Sustainability Projects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Expansion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solar &amp; wind power installations to cut fossil fuel dependence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Waste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bins and recycling systems in cities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Building Initiatives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Energy-efficient, eco-certified construction projects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749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9319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Agriculture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4348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farming and water-efficient irrigation programs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 and Cons of AI in Sustainability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6EFE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energy use &amp; reduces waste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climate patterns accurately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5204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resource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206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sustainable innovation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3E7E4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03720" y="21488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use of AI data centers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2834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to implement and maintain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520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35204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job displacement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2062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4206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large, reliable data sets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Idea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small AI-based application that helps track and reduce household or campus energy/water consumption, giving users simple tips to build sustainable habits.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31272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real sustainability problem to solve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67588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relevant data (energy, waste, water usage)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22452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simple, functional prototype/tool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77316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evaluate impact and present findings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2026-07-10T04:11:44Z</dcterms:created>
  <dcterms:modified xsi:type="dcterms:W3CDTF">2026-07-10T04:11:44Z</dcterms:modified>
</cp:coreProperties>
</file>